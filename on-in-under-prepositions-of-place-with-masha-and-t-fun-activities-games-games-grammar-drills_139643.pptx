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8" r:id="rId3"/>
    <p:sldId id="261" r:id="rId4"/>
    <p:sldId id="262" r:id="rId5"/>
    <p:sldId id="263" r:id="rId6"/>
    <p:sldId id="264" r:id="rId7"/>
    <p:sldId id="260" r:id="rId8"/>
    <p:sldId id="265" r:id="rId9"/>
    <p:sldId id="266" r:id="rId10"/>
    <p:sldId id="267" r:id="rId11"/>
    <p:sldId id="268" r:id="rId12"/>
    <p:sldId id="259" r:id="rId13"/>
    <p:sldId id="269" r:id="rId14"/>
    <p:sldId id="270" r:id="rId15"/>
    <p:sldId id="271" r:id="rId16"/>
    <p:sldId id="272" r:id="rId17"/>
    <p:sldId id="275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D24D1-9E83-4814-B3C2-DDDA02A16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D04B9D-ED52-4B2A-B10C-97FA357A8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759773-E252-4810-BF13-D824A169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554818-E3FC-41E0-9B9B-260103FA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2DE17-0BBD-407C-8F91-EA2FF97D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20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5F043-C36F-4A71-AB42-4BC454FAF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C1A465-6AF4-49FE-95C8-82BF22193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8E5100-F84F-4749-90BF-4FA737AE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C79616-FFFB-49BB-ADFF-4DFB1457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AB21DF-F0B8-420C-916D-345F9D18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04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4BC54-65AA-42B5-B29A-41F6C3D2B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8E7981-C056-45AD-B0C6-8EF0E45DF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EABC04-590C-4535-874C-57D8C636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1D0365-9562-4068-BC00-B61D46D3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1E78F6-3615-413B-A50C-E95C00E7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99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712AF8-DA74-4E09-983F-FBF926B8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BDE9B0-B860-47DC-9989-E9F1D0128C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84E6B1-41E1-4BDE-A10C-3D07AB9CD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D00678-5E8B-4D62-9684-C2BF3B829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A1F271-1DA1-4E6E-8EFA-73E0D467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796AE7-1B4A-40DD-AD23-74BBADA0C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13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AB0F9-8E18-4EC0-93E6-4A37956B6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1AB211-5DE0-4127-8402-7EE1145A0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63D288-5A61-4680-8EE0-EE9C460C3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3A851C6-5924-4B51-AEEB-7F4564513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681B62-3F6E-44AA-A5D0-1FFDBF6E2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3BAA719-B1CB-45B5-A7F3-6345115C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8AFCEA6-6706-4E2E-923A-DBEB1441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6C9722D-F4EC-45BC-B4CC-BC92BEA8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39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52744-059B-4D83-B232-D7D71BF4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E470E0-0DD4-4D34-93B3-F2629035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9D679C-0C18-457A-9DFB-B5E74CD6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FDE72E-1626-4331-B79D-A316076C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63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04980C-AD9F-4475-B13A-3A8930AF1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34E5BA-8AC3-446B-86A5-A0E1CF76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2015B9-B9C3-480F-8B67-10360A2F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43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990A9-47F5-48D1-8894-EAB03311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F89E82-6C35-4231-B47B-0EACEBF57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D1904D-CD34-4479-AF34-353C95E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49B8EF-399C-44C6-ACEE-E3419756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7B7076-C0F8-4970-959B-522F484D3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C8DEFD-F8EF-4856-B552-7271275D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65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E08B3-D9E4-4108-BE72-B9DC60933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B25120-C8A7-462A-95E8-B760C175F5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CC2426-7DB0-4307-812D-31C0D9B6D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CAC338-9089-477E-A635-1ED38255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56C85D-39E0-4804-9D35-E6C50B10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C6354D-0147-4D96-912C-090EA4C5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27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EA846-AFE8-4C6A-BE53-B392FDC2F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99C7CA-3DC8-4F36-828D-DCE8D781B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1A7E0F-45D5-49BE-A758-86F07E6E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967019-E178-4473-85C3-2FE4836A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CAFF42-7081-4DEB-8F5B-73707D48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59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3A1527D-315A-44DB-8F7E-AC0A134BF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FA4A29-C153-4C34-BA5D-875A55431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3246D8-AAF3-4C0D-BDFB-8FF7046C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B616E-6174-4BFD-B31F-5850F34D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72AFBF-4FFB-478F-9455-B0E81434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50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A96D7-5526-44B2-8758-836E0FBF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1D7F96-DE33-480C-8603-DC9E26CC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2E0F59-A683-427C-A34B-3E99B0C4A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8E11E-7BC5-43A4-BF35-B97F09C55CCD}" type="datetimeFigureOut">
              <a:rPr lang="ru-RU" smtClean="0"/>
              <a:t>14.03.2024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B8B18F-358C-4544-A400-C8BA865DD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FCE986-F306-4B87-A8F0-B9F967933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C6359-056B-4DAE-AA79-C5EFEC68A4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00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13" Type="http://schemas.microsoft.com/office/2007/relationships/hdphoto" Target="../media/hdphoto1.wdp"/><Relationship Id="rId3" Type="http://schemas.openxmlformats.org/officeDocument/2006/relationships/image" Target="../media/image6.gif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1.wdp"/><Relationship Id="rId3" Type="http://schemas.openxmlformats.org/officeDocument/2006/relationships/image" Target="../media/image11.gif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gif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13" Type="http://schemas.microsoft.com/office/2007/relationships/hdphoto" Target="../media/hdphoto1.wdp"/><Relationship Id="rId3" Type="http://schemas.openxmlformats.org/officeDocument/2006/relationships/image" Target="../media/image6.gif"/><Relationship Id="rId7" Type="http://schemas.openxmlformats.org/officeDocument/2006/relationships/image" Target="../media/image13.png"/><Relationship Id="rId12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1.wdp"/><Relationship Id="rId3" Type="http://schemas.openxmlformats.org/officeDocument/2006/relationships/image" Target="../media/image6.gif"/><Relationship Id="rId7" Type="http://schemas.openxmlformats.org/officeDocument/2006/relationships/image" Target="../media/image13.png"/><Relationship Id="rId12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1.gif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hdphoto" Target="../media/hdphoto1.wdp"/><Relationship Id="rId3" Type="http://schemas.openxmlformats.org/officeDocument/2006/relationships/image" Target="../media/image6.gif"/><Relationship Id="rId7" Type="http://schemas.openxmlformats.org/officeDocument/2006/relationships/image" Target="../media/image8.png"/><Relationship Id="rId12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gif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13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microsoft.com/office/2007/relationships/hdphoto" Target="../media/hdphoto1.wdp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13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microsoft.com/office/2007/relationships/hdphoto" Target="../media/hdphoto1.wdp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13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microsoft.com/office/2007/relationships/hdphoto" Target="../media/hdphoto1.wdp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11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13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microsoft.com/office/2007/relationships/hdphoto" Target="../media/hdphoto1.wdp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11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13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6.gif"/><Relationship Id="rId12" Type="http://schemas.microsoft.com/office/2007/relationships/hdphoto" Target="../media/hdphoto1.wdp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15.png"/><Relationship Id="rId5" Type="http://schemas.openxmlformats.org/officeDocument/2006/relationships/image" Target="../media/image21.png"/><Relationship Id="rId10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13" Type="http://schemas.openxmlformats.org/officeDocument/2006/relationships/image" Target="../media/image16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microsoft.com/office/2007/relationships/hdphoto" Target="../media/hdphoto1.wdp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5.png"/><Relationship Id="rId5" Type="http://schemas.openxmlformats.org/officeDocument/2006/relationships/image" Target="../media/image26.png"/><Relationship Id="rId10" Type="http://schemas.openxmlformats.org/officeDocument/2006/relationships/image" Target="../media/image14.png"/><Relationship Id="rId4" Type="http://schemas.openxmlformats.org/officeDocument/2006/relationships/image" Target="../media/image25.png"/><Relationship Id="rId9" Type="http://schemas.openxmlformats.org/officeDocument/2006/relationships/image" Target="../media/image6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13" Type="http://schemas.openxmlformats.org/officeDocument/2006/relationships/image" Target="../media/image16.png"/><Relationship Id="rId3" Type="http://schemas.openxmlformats.org/officeDocument/2006/relationships/image" Target="../media/image24.png"/><Relationship Id="rId7" Type="http://schemas.openxmlformats.org/officeDocument/2006/relationships/image" Target="../media/image11.gif"/><Relationship Id="rId12" Type="http://schemas.microsoft.com/office/2007/relationships/hdphoto" Target="../media/hdphoto1.wdp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15.png"/><Relationship Id="rId5" Type="http://schemas.openxmlformats.org/officeDocument/2006/relationships/image" Target="../media/image27.png"/><Relationship Id="rId10" Type="http://schemas.openxmlformats.org/officeDocument/2006/relationships/image" Target="../media/image14.png"/><Relationship Id="rId4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13" Type="http://schemas.openxmlformats.org/officeDocument/2006/relationships/image" Target="../media/image16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microsoft.com/office/2007/relationships/hdphoto" Target="../media/hdphoto1.wdp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5.png"/><Relationship Id="rId5" Type="http://schemas.openxmlformats.org/officeDocument/2006/relationships/image" Target="../media/image26.png"/><Relationship Id="rId10" Type="http://schemas.openxmlformats.org/officeDocument/2006/relationships/image" Target="../media/image14.png"/><Relationship Id="rId4" Type="http://schemas.openxmlformats.org/officeDocument/2006/relationships/image" Target="../media/image25.png"/><Relationship Id="rId9" Type="http://schemas.openxmlformats.org/officeDocument/2006/relationships/image" Target="../media/image6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13" Type="http://schemas.openxmlformats.org/officeDocument/2006/relationships/image" Target="../media/image16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microsoft.com/office/2007/relationships/hdphoto" Target="../media/hdphoto1.wdp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5.png"/><Relationship Id="rId5" Type="http://schemas.openxmlformats.org/officeDocument/2006/relationships/image" Target="../media/image26.png"/><Relationship Id="rId10" Type="http://schemas.openxmlformats.org/officeDocument/2006/relationships/image" Target="../media/image14.png"/><Relationship Id="rId4" Type="http://schemas.openxmlformats.org/officeDocument/2006/relationships/image" Target="../media/image25.png"/><Relationship Id="rId9" Type="http://schemas.openxmlformats.org/officeDocument/2006/relationships/image" Target="../media/image6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47006BE-57D4-4DA1-8B1A-701005C90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28" y="1581934"/>
            <a:ext cx="2615411" cy="29446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DE41957-956A-413E-8565-E8425B6F6F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108" y="-6212"/>
            <a:ext cx="2810500" cy="3060457"/>
          </a:xfrm>
          <a:prstGeom prst="rect">
            <a:avLst/>
          </a:prstGeom>
        </p:spPr>
      </p:pic>
      <p:pic>
        <p:nvPicPr>
          <p:cNvPr id="9" name="МиМ - Про варенье (minus)">
            <a:hlinkClick r:id="" action="ppaction://media"/>
            <a:extLst>
              <a:ext uri="{FF2B5EF4-FFF2-40B4-BE49-F238E27FC236}">
                <a16:creationId xmlns:a16="http://schemas.microsoft.com/office/drawing/2014/main" id="{84953AF4-D219-4670-AF59-703734D1A6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8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8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8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800" fill="hold">
                                          <p:stCondLst>
                                            <p:cond delay="3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numSld="999" showWhenStopped="0">
                <p:cTn id="13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A14EE41B-DE1E-4DC3-833F-5CC3046FC85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узырек для мыслей: облако 3">
            <a:extLst>
              <a:ext uri="{FF2B5EF4-FFF2-40B4-BE49-F238E27FC236}">
                <a16:creationId xmlns:a16="http://schemas.microsoft.com/office/drawing/2014/main" id="{99183802-A38A-428F-B19D-642F0A9D4877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70B295-8515-4789-909F-B21F17A11A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" t="53552"/>
          <a:stretch/>
        </p:blipFill>
        <p:spPr>
          <a:xfrm>
            <a:off x="2368446" y="4954959"/>
            <a:ext cx="7185285" cy="190304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316450B-2368-4214-B38B-E3A59AD9221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t="26413" r="14857"/>
          <a:stretch/>
        </p:blipFill>
        <p:spPr>
          <a:xfrm>
            <a:off x="2761259" y="3124812"/>
            <a:ext cx="6399657" cy="34335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C23725-8278-4C56-B564-BD1E1AA00FA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607" y="2629925"/>
            <a:ext cx="2486981" cy="1398927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A4D24C55-6BEE-458A-8052-24C9D6166F5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8638013" y="2711868"/>
            <a:ext cx="2069648" cy="391132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6242CDE8-3C87-4EC0-AA5C-61A9CC1AEDE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772237" y="2629925"/>
            <a:ext cx="2069648" cy="3911320"/>
          </a:xfrm>
          <a:prstGeom prst="rect">
            <a:avLst/>
          </a:prstGeom>
        </p:spPr>
      </p:pic>
      <p:pic>
        <p:nvPicPr>
          <p:cNvPr id="5" name="Masha" descr="ЗВЕРИТОРИЯ.RU диалоговый тренажер">
            <a:extLst>
              <a:ext uri="{FF2B5EF4-FFF2-40B4-BE49-F238E27FC236}">
                <a16:creationId xmlns:a16="http://schemas.microsoft.com/office/drawing/2014/main" id="{36D5D724-204E-424C-A447-FACFDAE2E80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784" y="2154400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AECEA7F-E885-4835-86BF-C0E0EC0DBE4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t="14925" r="36194" b="22928"/>
          <a:stretch/>
        </p:blipFill>
        <p:spPr>
          <a:xfrm>
            <a:off x="837855" y="3891364"/>
            <a:ext cx="2069647" cy="125673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AC409A-0D9B-49F6-9176-B17301272ED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4" r="12174"/>
          <a:stretch/>
        </p:blipFill>
        <p:spPr>
          <a:xfrm>
            <a:off x="8098535" y="-263843"/>
            <a:ext cx="4093465" cy="3072987"/>
          </a:xfrm>
          <a:prstGeom prst="rect">
            <a:avLst/>
          </a:prstGeom>
        </p:spPr>
      </p:pic>
      <p:pic>
        <p:nvPicPr>
          <p:cNvPr id="18" name="Рисунок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E6FCFC2-BFD7-49B6-BEA7-62AD4AFEB38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7" name="night">
            <a:extLst>
              <a:ext uri="{FF2B5EF4-FFF2-40B4-BE49-F238E27FC236}">
                <a16:creationId xmlns:a16="http://schemas.microsoft.com/office/drawing/2014/main" id="{9B4FCE2C-510C-42E7-9F97-A8B58CA8FE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C1F26C7-D105-4BC4-9251-5257F1C518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6307D31F-0352-4C26-A92D-9FFB96FAE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54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74"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sha" descr="ЗВЕРИТОРИЯ.RU диалоговый тренажер">
            <a:extLst>
              <a:ext uri="{FF2B5EF4-FFF2-40B4-BE49-F238E27FC236}">
                <a16:creationId xmlns:a16="http://schemas.microsoft.com/office/drawing/2014/main" id="{36D5D724-204E-424C-A447-FACFDAE2E80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49" y="1703818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A14EE41B-DE1E-4DC3-833F-5CC3046FC85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узырек для мыслей: облако 3">
            <a:extLst>
              <a:ext uri="{FF2B5EF4-FFF2-40B4-BE49-F238E27FC236}">
                <a16:creationId xmlns:a16="http://schemas.microsoft.com/office/drawing/2014/main" id="{99183802-A38A-428F-B19D-642F0A9D4877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70B295-8515-4789-909F-B21F17A11A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" t="53552"/>
          <a:stretch/>
        </p:blipFill>
        <p:spPr>
          <a:xfrm>
            <a:off x="2368446" y="4954959"/>
            <a:ext cx="7185285" cy="190304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316450B-2368-4214-B38B-E3A59AD9221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t="26413" r="14857"/>
          <a:stretch/>
        </p:blipFill>
        <p:spPr>
          <a:xfrm>
            <a:off x="2761259" y="3124812"/>
            <a:ext cx="6399657" cy="34335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C23725-8278-4C56-B564-BD1E1AA00FA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607" y="2629925"/>
            <a:ext cx="2486981" cy="1398927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A4D24C55-6BEE-458A-8052-24C9D6166F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8638013" y="2711868"/>
            <a:ext cx="2069648" cy="391132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6242CDE8-3C87-4EC0-AA5C-61A9CC1AEDE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772237" y="2629925"/>
            <a:ext cx="2069648" cy="391132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AECEA7F-E885-4835-86BF-C0E0EC0DBE4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t="14925" r="36194" b="22928"/>
          <a:stretch/>
        </p:blipFill>
        <p:spPr>
          <a:xfrm>
            <a:off x="837855" y="3891364"/>
            <a:ext cx="2069647" cy="125673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AC409A-0D9B-49F6-9176-B17301272ED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4" r="12174"/>
          <a:stretch/>
        </p:blipFill>
        <p:spPr>
          <a:xfrm>
            <a:off x="8098535" y="-263843"/>
            <a:ext cx="4093465" cy="3072987"/>
          </a:xfrm>
          <a:prstGeom prst="rect">
            <a:avLst/>
          </a:prstGeom>
        </p:spPr>
      </p:pic>
      <p:pic>
        <p:nvPicPr>
          <p:cNvPr id="12" name="Рисунок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3CF8512-7A74-4B06-B20B-E8D70E60B3E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5" name="night">
            <a:extLst>
              <a:ext uri="{FF2B5EF4-FFF2-40B4-BE49-F238E27FC236}">
                <a16:creationId xmlns:a16="http://schemas.microsoft.com/office/drawing/2014/main" id="{603518A2-F4DA-44D5-91ED-9E7DE34CB4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8B3549-A458-4A25-A740-5330A0C216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AF6485B7-9A3F-4B62-9AD8-97A6ADBDE4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18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A14EE41B-DE1E-4DC3-833F-5CC3046FC85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узырек для мыслей: облако 3">
            <a:extLst>
              <a:ext uri="{FF2B5EF4-FFF2-40B4-BE49-F238E27FC236}">
                <a16:creationId xmlns:a16="http://schemas.microsoft.com/office/drawing/2014/main" id="{99183802-A38A-428F-B19D-642F0A9D4877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70B295-8515-4789-909F-B21F17A11A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" t="53552"/>
          <a:stretch/>
        </p:blipFill>
        <p:spPr>
          <a:xfrm>
            <a:off x="2368446" y="4954959"/>
            <a:ext cx="7185285" cy="190304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A4D24C55-6BEE-458A-8052-24C9D6166F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8638013" y="2711868"/>
            <a:ext cx="2069648" cy="391132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6242CDE8-3C87-4EC0-AA5C-61A9CC1AEDE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772237" y="2629925"/>
            <a:ext cx="2069648" cy="391132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AECEA7F-E885-4835-86BF-C0E0EC0DBE4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t="14925" r="36194" b="22928"/>
          <a:stretch/>
        </p:blipFill>
        <p:spPr>
          <a:xfrm>
            <a:off x="837855" y="3891364"/>
            <a:ext cx="2069647" cy="125673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AC409A-0D9B-49F6-9176-B17301272ED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4" r="12174"/>
          <a:stretch/>
        </p:blipFill>
        <p:spPr>
          <a:xfrm>
            <a:off x="8098535" y="-263843"/>
            <a:ext cx="4093465" cy="3072987"/>
          </a:xfrm>
          <a:prstGeom prst="rect">
            <a:avLst/>
          </a:prstGeom>
        </p:spPr>
      </p:pic>
      <p:pic>
        <p:nvPicPr>
          <p:cNvPr id="5" name="Masha" descr="ЗВЕРИТОРИЯ.RU диалоговый тренажер">
            <a:extLst>
              <a:ext uri="{FF2B5EF4-FFF2-40B4-BE49-F238E27FC236}">
                <a16:creationId xmlns:a16="http://schemas.microsoft.com/office/drawing/2014/main" id="{36D5D724-204E-424C-A447-FACFDAE2E80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097" y="4344520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316450B-2368-4214-B38B-E3A59AD9221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t="26413" r="14857"/>
          <a:stretch/>
        </p:blipFill>
        <p:spPr>
          <a:xfrm>
            <a:off x="2761259" y="3124812"/>
            <a:ext cx="6399657" cy="34335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C23725-8278-4C56-B564-BD1E1AA00FAC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607" y="2629925"/>
            <a:ext cx="2486981" cy="1398927"/>
          </a:xfrm>
          <a:prstGeom prst="rect">
            <a:avLst/>
          </a:prstGeom>
        </p:spPr>
      </p:pic>
      <p:pic>
        <p:nvPicPr>
          <p:cNvPr id="12" name="Рисунок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23ACF78-8E2F-4164-99D9-DC1F301CDE79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5" name="night">
            <a:extLst>
              <a:ext uri="{FF2B5EF4-FFF2-40B4-BE49-F238E27FC236}">
                <a16:creationId xmlns:a16="http://schemas.microsoft.com/office/drawing/2014/main" id="{FD852D35-03BC-41FB-AD69-55CF9F3E55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F3E2563-B933-44BF-A37A-38329E50AC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AB387565-597A-40BB-9DB8-9A3D4FADC8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42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A14EE41B-DE1E-4DC3-833F-5CC3046FC85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узырек для мыслей: облако 3">
            <a:extLst>
              <a:ext uri="{FF2B5EF4-FFF2-40B4-BE49-F238E27FC236}">
                <a16:creationId xmlns:a16="http://schemas.microsoft.com/office/drawing/2014/main" id="{99183802-A38A-428F-B19D-642F0A9D4877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70B295-8515-4789-909F-B21F17A11A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" t="53552"/>
          <a:stretch/>
        </p:blipFill>
        <p:spPr>
          <a:xfrm>
            <a:off x="2368446" y="4954959"/>
            <a:ext cx="7185285" cy="190304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A4D24C55-6BEE-458A-8052-24C9D6166F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8638013" y="2711868"/>
            <a:ext cx="2069648" cy="391132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6242CDE8-3C87-4EC0-AA5C-61A9CC1AEDE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772237" y="2629925"/>
            <a:ext cx="2069648" cy="391132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AECEA7F-E885-4835-86BF-C0E0EC0DBE4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t="14925" r="36194" b="22928"/>
          <a:stretch/>
        </p:blipFill>
        <p:spPr>
          <a:xfrm>
            <a:off x="837855" y="3891364"/>
            <a:ext cx="2069647" cy="125673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AC409A-0D9B-49F6-9176-B17301272ED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4" r="12174"/>
          <a:stretch/>
        </p:blipFill>
        <p:spPr>
          <a:xfrm>
            <a:off x="8098535" y="-263843"/>
            <a:ext cx="4093465" cy="3072987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316450B-2368-4214-B38B-E3A59AD9221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t="26413" r="14857"/>
          <a:stretch/>
        </p:blipFill>
        <p:spPr>
          <a:xfrm>
            <a:off x="2761259" y="3124812"/>
            <a:ext cx="6399657" cy="34335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C23725-8278-4C56-B564-BD1E1AA00FAC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607" y="2629925"/>
            <a:ext cx="2486981" cy="1398927"/>
          </a:xfrm>
          <a:prstGeom prst="rect">
            <a:avLst/>
          </a:prstGeom>
        </p:spPr>
      </p:pic>
      <p:pic>
        <p:nvPicPr>
          <p:cNvPr id="12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68515B7E-0418-4485-8680-203A1EFFB1A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715" y="3572123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84464C-4929-416F-B030-B3AF55F4E62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8" name="night">
            <a:extLst>
              <a:ext uri="{FF2B5EF4-FFF2-40B4-BE49-F238E27FC236}">
                <a16:creationId xmlns:a16="http://schemas.microsoft.com/office/drawing/2014/main" id="{19AEB5C4-9AA3-4EF6-81BD-15CAEEF1CEE8}"/>
              </a:ext>
            </a:extLst>
          </p:cNvPr>
          <p:cNvSpPr/>
          <p:nvPr/>
        </p:nvSpPr>
        <p:spPr>
          <a:xfrm>
            <a:off x="0" y="-198532"/>
            <a:ext cx="12192000" cy="7056531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8A57B07-215D-470C-962B-E4C9DA5313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616D3B47-F5AF-44EA-AA0F-650452E1C4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27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A14EE41B-DE1E-4DC3-833F-5CC3046FC85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узырек для мыслей: облако 3">
            <a:extLst>
              <a:ext uri="{FF2B5EF4-FFF2-40B4-BE49-F238E27FC236}">
                <a16:creationId xmlns:a16="http://schemas.microsoft.com/office/drawing/2014/main" id="{99183802-A38A-428F-B19D-642F0A9D4877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70B295-8515-4789-909F-B21F17A11A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" t="53552"/>
          <a:stretch/>
        </p:blipFill>
        <p:spPr>
          <a:xfrm>
            <a:off x="2368446" y="4954959"/>
            <a:ext cx="7185285" cy="190304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A4D24C55-6BEE-458A-8052-24C9D6166F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8638013" y="2711868"/>
            <a:ext cx="2069648" cy="391132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6242CDE8-3C87-4EC0-AA5C-61A9CC1AEDE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7" r="63358"/>
          <a:stretch/>
        </p:blipFill>
        <p:spPr>
          <a:xfrm>
            <a:off x="772237" y="2629925"/>
            <a:ext cx="2069648" cy="391132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AC409A-0D9B-49F6-9176-B17301272ED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4" r="12174"/>
          <a:stretch/>
        </p:blipFill>
        <p:spPr>
          <a:xfrm>
            <a:off x="8098535" y="-263843"/>
            <a:ext cx="4093465" cy="3072987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316450B-2368-4214-B38B-E3A59AD9221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t="26413" r="14857"/>
          <a:stretch/>
        </p:blipFill>
        <p:spPr>
          <a:xfrm>
            <a:off x="2761259" y="3124812"/>
            <a:ext cx="6399657" cy="34335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C23725-8278-4C56-B564-BD1E1AA00FA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607" y="2629925"/>
            <a:ext cx="2486981" cy="1398927"/>
          </a:xfrm>
          <a:prstGeom prst="rect">
            <a:avLst/>
          </a:prstGeom>
        </p:spPr>
      </p:pic>
      <p:pic>
        <p:nvPicPr>
          <p:cNvPr id="12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68515B7E-0418-4485-8680-203A1EFFB1A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40" y="2847594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AECEA7F-E885-4835-86BF-C0E0EC0DBE44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t="14925" r="36194" b="22928"/>
          <a:stretch/>
        </p:blipFill>
        <p:spPr>
          <a:xfrm>
            <a:off x="837855" y="3891364"/>
            <a:ext cx="2069647" cy="1256733"/>
          </a:xfrm>
          <a:prstGeom prst="rect">
            <a:avLst/>
          </a:prstGeom>
        </p:spPr>
      </p:pic>
      <p:pic>
        <p:nvPicPr>
          <p:cNvPr id="15" name="Рисунок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7D5B9DD-77F3-4C6F-A5E1-371180D2664A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7" name="night">
            <a:extLst>
              <a:ext uri="{FF2B5EF4-FFF2-40B4-BE49-F238E27FC236}">
                <a16:creationId xmlns:a16="http://schemas.microsoft.com/office/drawing/2014/main" id="{19E069F9-8502-40B6-B563-656B247464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4111A7D-FDB7-468E-A137-550AB02DB1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0772CD12-C7B6-48BF-B0FF-095F981B98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hq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05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0F1A90F-9499-4C7A-8904-E90E0BD0A3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63"/>
          <a:stretch/>
        </p:blipFill>
        <p:spPr>
          <a:xfrm>
            <a:off x="-38100" y="5003686"/>
            <a:ext cx="8153400" cy="19875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78AE9C-696F-46F0-8CB5-4F17FA6D13F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3" r="9296"/>
          <a:stretch/>
        </p:blipFill>
        <p:spPr>
          <a:xfrm>
            <a:off x="162510" y="4043363"/>
            <a:ext cx="1818841" cy="21935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C79E96-D0D2-48D0-894D-C743169DA8B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280" y="3571183"/>
            <a:ext cx="5093343" cy="286500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75F3EA-13FE-4C4B-BB42-910BED366B4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23"/>
          <a:stretch/>
        </p:blipFill>
        <p:spPr>
          <a:xfrm>
            <a:off x="7758114" y="1345593"/>
            <a:ext cx="4438854" cy="48980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280165-F344-4217-BA6E-E9A71326232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14"/>
          <a:stretch/>
        </p:blipFill>
        <p:spPr>
          <a:xfrm>
            <a:off x="6763992" y="3491474"/>
            <a:ext cx="1804940" cy="2665756"/>
          </a:xfrm>
          <a:prstGeom prst="rect">
            <a:avLst/>
          </a:prstGeom>
        </p:spPr>
      </p:pic>
      <p:pic>
        <p:nvPicPr>
          <p:cNvPr id="14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62438094-E51F-4EC1-9D60-338AAA1E74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узырек для мыслей: облако 14">
            <a:extLst>
              <a:ext uri="{FF2B5EF4-FFF2-40B4-BE49-F238E27FC236}">
                <a16:creationId xmlns:a16="http://schemas.microsoft.com/office/drawing/2014/main" id="{2A29B668-8B75-47CA-BFC8-9FCDCDF9D394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6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6347FD17-E402-4043-B984-32278DA93C2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802" y="3527745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7DBA24A-4692-4FC3-9A3E-E4504D47CC09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9" name="night">
            <a:extLst>
              <a:ext uri="{FF2B5EF4-FFF2-40B4-BE49-F238E27FC236}">
                <a16:creationId xmlns:a16="http://schemas.microsoft.com/office/drawing/2014/main" id="{BAE29AAD-680E-46F9-8FA6-C5962EA79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07E5FAA-6C86-4B82-BE47-98F05ECCB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34EF6AF6-9611-4D27-99AB-149DED7A88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49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0F1A90F-9499-4C7A-8904-E90E0BD0A3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63"/>
          <a:stretch/>
        </p:blipFill>
        <p:spPr>
          <a:xfrm>
            <a:off x="-38100" y="5003686"/>
            <a:ext cx="8153400" cy="19875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78AE9C-696F-46F0-8CB5-4F17FA6D13F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3" r="9296"/>
          <a:stretch/>
        </p:blipFill>
        <p:spPr>
          <a:xfrm>
            <a:off x="162510" y="4043363"/>
            <a:ext cx="1818841" cy="21935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C79E96-D0D2-48D0-894D-C743169DA8B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280" y="3571183"/>
            <a:ext cx="5093343" cy="286500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75F3EA-13FE-4C4B-BB42-910BED366B4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23"/>
          <a:stretch/>
        </p:blipFill>
        <p:spPr>
          <a:xfrm>
            <a:off x="7758114" y="1345593"/>
            <a:ext cx="4438854" cy="48980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280165-F344-4217-BA6E-E9A71326232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14"/>
          <a:stretch/>
        </p:blipFill>
        <p:spPr>
          <a:xfrm>
            <a:off x="6763992" y="3491474"/>
            <a:ext cx="1804940" cy="2665756"/>
          </a:xfrm>
          <a:prstGeom prst="rect">
            <a:avLst/>
          </a:prstGeom>
        </p:spPr>
      </p:pic>
      <p:pic>
        <p:nvPicPr>
          <p:cNvPr id="14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62438094-E51F-4EC1-9D60-338AAA1E74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узырек для мыслей: облако 14">
            <a:extLst>
              <a:ext uri="{FF2B5EF4-FFF2-40B4-BE49-F238E27FC236}">
                <a16:creationId xmlns:a16="http://schemas.microsoft.com/office/drawing/2014/main" id="{2A29B668-8B75-47CA-BFC8-9FCDCDF9D394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6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6347FD17-E402-4043-B984-32278DA93C2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802" y="3527745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4C2E31B-007A-4079-88DC-56700B45F06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7" name="night">
            <a:extLst>
              <a:ext uri="{FF2B5EF4-FFF2-40B4-BE49-F238E27FC236}">
                <a16:creationId xmlns:a16="http://schemas.microsoft.com/office/drawing/2014/main" id="{54172625-93E3-4E00-90B3-2F1D7952F0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657B376-878C-4B1D-AEA9-EA5C61192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C52C5DB5-19E4-4FE9-9E4D-E2F7B722A3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62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0F1A90F-9499-4C7A-8904-E90E0BD0A3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63"/>
          <a:stretch/>
        </p:blipFill>
        <p:spPr>
          <a:xfrm>
            <a:off x="-38100" y="5003686"/>
            <a:ext cx="8153400" cy="19875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78AE9C-696F-46F0-8CB5-4F17FA6D13F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3" r="9296"/>
          <a:stretch/>
        </p:blipFill>
        <p:spPr>
          <a:xfrm>
            <a:off x="162510" y="4043363"/>
            <a:ext cx="1818841" cy="21935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C79E96-D0D2-48D0-894D-C743169DA8B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280" y="3571183"/>
            <a:ext cx="5093343" cy="286500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75F3EA-13FE-4C4B-BB42-910BED366B4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23"/>
          <a:stretch/>
        </p:blipFill>
        <p:spPr>
          <a:xfrm>
            <a:off x="7758114" y="1345593"/>
            <a:ext cx="4438854" cy="48980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280165-F344-4217-BA6E-E9A71326232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14"/>
          <a:stretch/>
        </p:blipFill>
        <p:spPr>
          <a:xfrm>
            <a:off x="6763992" y="3491474"/>
            <a:ext cx="1804940" cy="2665756"/>
          </a:xfrm>
          <a:prstGeom prst="rect">
            <a:avLst/>
          </a:prstGeom>
        </p:spPr>
      </p:pic>
      <p:pic>
        <p:nvPicPr>
          <p:cNvPr id="14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62438094-E51F-4EC1-9D60-338AAA1E74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узырек для мыслей: облако 14">
            <a:extLst>
              <a:ext uri="{FF2B5EF4-FFF2-40B4-BE49-F238E27FC236}">
                <a16:creationId xmlns:a16="http://schemas.microsoft.com/office/drawing/2014/main" id="{2A29B668-8B75-47CA-BFC8-9FCDCDF9D394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6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6347FD17-E402-4043-B984-32278DA93C2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422" y="4043363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03F0A76-CE50-42DA-86C2-6C8A344B7E6D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7" name="night">
            <a:extLst>
              <a:ext uri="{FF2B5EF4-FFF2-40B4-BE49-F238E27FC236}">
                <a16:creationId xmlns:a16="http://schemas.microsoft.com/office/drawing/2014/main" id="{8659563E-5FB9-4086-8B5C-9413FE3918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4F4D2D1-63E7-452E-8AC8-C1A13B33A5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46ABBAE5-47F0-498D-BD9C-779F1E3BA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60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0F1A90F-9499-4C7A-8904-E90E0BD0A3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63"/>
          <a:stretch/>
        </p:blipFill>
        <p:spPr>
          <a:xfrm>
            <a:off x="-38100" y="5003686"/>
            <a:ext cx="8153400" cy="19875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78AE9C-696F-46F0-8CB5-4F17FA6D13F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3" r="9296"/>
          <a:stretch/>
        </p:blipFill>
        <p:spPr>
          <a:xfrm>
            <a:off x="162510" y="4043363"/>
            <a:ext cx="1818841" cy="21935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C79E96-D0D2-48D0-894D-C743169DA8B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280" y="3571183"/>
            <a:ext cx="5093343" cy="286500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75F3EA-13FE-4C4B-BB42-910BED366B4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23"/>
          <a:stretch/>
        </p:blipFill>
        <p:spPr>
          <a:xfrm>
            <a:off x="7758114" y="1345593"/>
            <a:ext cx="4438854" cy="48980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280165-F344-4217-BA6E-E9A71326232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14"/>
          <a:stretch/>
        </p:blipFill>
        <p:spPr>
          <a:xfrm>
            <a:off x="6763992" y="3491474"/>
            <a:ext cx="1804940" cy="2665756"/>
          </a:xfrm>
          <a:prstGeom prst="rect">
            <a:avLst/>
          </a:prstGeom>
        </p:spPr>
      </p:pic>
      <p:pic>
        <p:nvPicPr>
          <p:cNvPr id="14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62438094-E51F-4EC1-9D60-338AAA1E74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узырек для мыслей: облако 14">
            <a:extLst>
              <a:ext uri="{FF2B5EF4-FFF2-40B4-BE49-F238E27FC236}">
                <a16:creationId xmlns:a16="http://schemas.microsoft.com/office/drawing/2014/main" id="{2A29B668-8B75-47CA-BFC8-9FCDCDF9D394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6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6347FD17-E402-4043-B984-32278DA93C2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57" y="2943576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9FFE15F-8C71-4CD6-A84C-2B3BC72DC53C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2" name="night">
            <a:extLst>
              <a:ext uri="{FF2B5EF4-FFF2-40B4-BE49-F238E27FC236}">
                <a16:creationId xmlns:a16="http://schemas.microsoft.com/office/drawing/2014/main" id="{A3FE4789-0CA6-4FDD-9CE3-43844CBAD3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FD7B1C1-EFD6-4252-8968-1C8812805E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9DCB0F86-F239-44D8-BE7B-B5912F8C50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06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0F1A90F-9499-4C7A-8904-E90E0BD0A3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63"/>
          <a:stretch/>
        </p:blipFill>
        <p:spPr>
          <a:xfrm>
            <a:off x="-38100" y="5003686"/>
            <a:ext cx="8153400" cy="19875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78AE9C-696F-46F0-8CB5-4F17FA6D13F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3" r="9296"/>
          <a:stretch/>
        </p:blipFill>
        <p:spPr>
          <a:xfrm>
            <a:off x="162510" y="4043363"/>
            <a:ext cx="1818841" cy="219357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75F3EA-13FE-4C4B-BB42-910BED366B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23"/>
          <a:stretch/>
        </p:blipFill>
        <p:spPr>
          <a:xfrm>
            <a:off x="7758114" y="1345593"/>
            <a:ext cx="4438854" cy="48980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280165-F344-4217-BA6E-E9A71326232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14"/>
          <a:stretch/>
        </p:blipFill>
        <p:spPr>
          <a:xfrm>
            <a:off x="6763992" y="3491474"/>
            <a:ext cx="1804940" cy="2665756"/>
          </a:xfrm>
          <a:prstGeom prst="rect">
            <a:avLst/>
          </a:prstGeom>
        </p:spPr>
      </p:pic>
      <p:pic>
        <p:nvPicPr>
          <p:cNvPr id="14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62438094-E51F-4EC1-9D60-338AAA1E74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узырек для мыслей: облако 14">
            <a:extLst>
              <a:ext uri="{FF2B5EF4-FFF2-40B4-BE49-F238E27FC236}">
                <a16:creationId xmlns:a16="http://schemas.microsoft.com/office/drawing/2014/main" id="{2A29B668-8B75-47CA-BFC8-9FCDCDF9D394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6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6347FD17-E402-4043-B984-32278DA93C2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932" y="4557315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C79E96-D0D2-48D0-894D-C743169DA8B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280" y="3571183"/>
            <a:ext cx="5093343" cy="2865005"/>
          </a:xfrm>
          <a:prstGeom prst="rect">
            <a:avLst/>
          </a:prstGeom>
        </p:spPr>
      </p:pic>
      <p:pic>
        <p:nvPicPr>
          <p:cNvPr id="10" name="Рисунок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789BC5-684E-4DD8-849D-E4594AEDD03D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7" name="night">
            <a:extLst>
              <a:ext uri="{FF2B5EF4-FFF2-40B4-BE49-F238E27FC236}">
                <a16:creationId xmlns:a16="http://schemas.microsoft.com/office/drawing/2014/main" id="{DAC5BABA-B0A4-4A78-900E-76933D1584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BE1124C-272A-40D8-AFB6-B649B96D03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22172721-461E-4401-BA2B-6FDD8015D1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37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9A94B2-27D6-41F4-92C7-F901EA709F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15"/>
          <a:stretch/>
        </p:blipFill>
        <p:spPr>
          <a:xfrm>
            <a:off x="3471862" y="5554165"/>
            <a:ext cx="4029076" cy="134360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мебель, стол, стол консоль&#10;&#10;Автоматически созданное описание">
            <a:extLst>
              <a:ext uri="{FF2B5EF4-FFF2-40B4-BE49-F238E27FC236}">
                <a16:creationId xmlns:a16="http://schemas.microsoft.com/office/drawing/2014/main" id="{100CADDB-ADE1-46F0-A693-29346022EB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6" r="19141"/>
          <a:stretch/>
        </p:blipFill>
        <p:spPr>
          <a:xfrm>
            <a:off x="384058" y="3422626"/>
            <a:ext cx="4029076" cy="3386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993862-8D54-43B8-B0B3-444D4349387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6"/>
          <a:stretch/>
        </p:blipFill>
        <p:spPr>
          <a:xfrm>
            <a:off x="6228785" y="4065753"/>
            <a:ext cx="5248275" cy="279224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1107A26-F502-4A5B-96EB-DD0090CB8B9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0"/>
          <a:stretch/>
        </p:blipFill>
        <p:spPr>
          <a:xfrm>
            <a:off x="4347597" y="4409720"/>
            <a:ext cx="1138803" cy="16716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C7734D8-E933-46FB-9768-7343B08C781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3485" b="14077"/>
          <a:stretch/>
        </p:blipFill>
        <p:spPr>
          <a:xfrm>
            <a:off x="4347597" y="1858934"/>
            <a:ext cx="5750722" cy="1795305"/>
          </a:xfrm>
          <a:prstGeom prst="rect">
            <a:avLst/>
          </a:prstGeom>
        </p:spPr>
      </p:pic>
      <p:pic>
        <p:nvPicPr>
          <p:cNvPr id="20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DB503339-6C45-41BB-950D-BFE4AC697F4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958" y="3891858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390A8D47-B883-4C50-A29E-698D43A8FF8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Пузырек для мыслей: облако 21">
            <a:extLst>
              <a:ext uri="{FF2B5EF4-FFF2-40B4-BE49-F238E27FC236}">
                <a16:creationId xmlns:a16="http://schemas.microsoft.com/office/drawing/2014/main" id="{88BCC9BA-6EC3-41DC-B198-CA2AEF356FFC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4" name="Рисунок 2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44D2F62-9040-49B8-80BB-4D6028DFC38E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25" name="night">
            <a:extLst>
              <a:ext uri="{FF2B5EF4-FFF2-40B4-BE49-F238E27FC236}">
                <a16:creationId xmlns:a16="http://schemas.microsoft.com/office/drawing/2014/main" id="{3CCC4FCF-1365-49CA-82B3-5451D1D226CA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05BBEA7-D8AF-4163-85AD-AE0BF72C95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74BAEAB0-71A6-4AE3-9A4E-3DA528AFD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80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9A94B2-27D6-41F4-92C7-F901EA709F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15"/>
          <a:stretch/>
        </p:blipFill>
        <p:spPr>
          <a:xfrm>
            <a:off x="3471862" y="5514395"/>
            <a:ext cx="4029076" cy="134360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мебель, стол, стол консоль&#10;&#10;Автоматически созданное описание">
            <a:extLst>
              <a:ext uri="{FF2B5EF4-FFF2-40B4-BE49-F238E27FC236}">
                <a16:creationId xmlns:a16="http://schemas.microsoft.com/office/drawing/2014/main" id="{100CADDB-ADE1-46F0-A693-29346022EB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6" r="19141"/>
          <a:stretch/>
        </p:blipFill>
        <p:spPr>
          <a:xfrm>
            <a:off x="371476" y="3447338"/>
            <a:ext cx="4029076" cy="3386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1107A26-F502-4A5B-96EB-DD0090CB8B9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0"/>
          <a:stretch/>
        </p:blipFill>
        <p:spPr>
          <a:xfrm>
            <a:off x="4347597" y="4409720"/>
            <a:ext cx="1138803" cy="16716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C7734D8-E933-46FB-9768-7343B08C781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3485" b="14077"/>
          <a:stretch/>
        </p:blipFill>
        <p:spPr>
          <a:xfrm>
            <a:off x="4347597" y="1858934"/>
            <a:ext cx="5750722" cy="1795305"/>
          </a:xfrm>
          <a:prstGeom prst="rect">
            <a:avLst/>
          </a:prstGeom>
        </p:spPr>
      </p:pic>
      <p:pic>
        <p:nvPicPr>
          <p:cNvPr id="20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DB503339-6C45-41BB-950D-BFE4AC697F4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861" y="5132225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390A8D47-B883-4C50-A29E-698D43A8FF8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Пузырек для мыслей: облако 21">
            <a:extLst>
              <a:ext uri="{FF2B5EF4-FFF2-40B4-BE49-F238E27FC236}">
                <a16:creationId xmlns:a16="http://schemas.microsoft.com/office/drawing/2014/main" id="{88BCC9BA-6EC3-41DC-B198-CA2AEF356FFC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993862-8D54-43B8-B0B3-444D4349387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6"/>
          <a:stretch/>
        </p:blipFill>
        <p:spPr>
          <a:xfrm>
            <a:off x="6295460" y="4065753"/>
            <a:ext cx="5248275" cy="2792247"/>
          </a:xfrm>
          <a:prstGeom prst="rect">
            <a:avLst/>
          </a:prstGeom>
        </p:spPr>
      </p:pic>
      <p:pic>
        <p:nvPicPr>
          <p:cNvPr id="12" name="Рисунок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74F7C01-0170-4419-9F57-FBD4C99986B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5" name="night">
            <a:extLst>
              <a:ext uri="{FF2B5EF4-FFF2-40B4-BE49-F238E27FC236}">
                <a16:creationId xmlns:a16="http://schemas.microsoft.com/office/drawing/2014/main" id="{44F03401-DCF7-4526-B4B7-5B0877AB655D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338006-F358-4BB7-BBFC-7EE7CA7929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AE265807-6617-48DA-9393-B7C5D7B754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19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9A94B2-27D6-41F4-92C7-F901EA709F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15"/>
          <a:stretch/>
        </p:blipFill>
        <p:spPr>
          <a:xfrm>
            <a:off x="3471862" y="5559172"/>
            <a:ext cx="4029076" cy="134360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мебель, стол, стол консоль&#10;&#10;Автоматически созданное описание">
            <a:extLst>
              <a:ext uri="{FF2B5EF4-FFF2-40B4-BE49-F238E27FC236}">
                <a16:creationId xmlns:a16="http://schemas.microsoft.com/office/drawing/2014/main" id="{100CADDB-ADE1-46F0-A693-29346022EB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6" r="19141"/>
          <a:stretch/>
        </p:blipFill>
        <p:spPr>
          <a:xfrm>
            <a:off x="371476" y="3447338"/>
            <a:ext cx="4029076" cy="3386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993862-8D54-43B8-B0B3-444D4349387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6"/>
          <a:stretch/>
        </p:blipFill>
        <p:spPr>
          <a:xfrm>
            <a:off x="6152586" y="4042055"/>
            <a:ext cx="5248275" cy="279224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1107A26-F502-4A5B-96EB-DD0090CB8B9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0"/>
          <a:stretch/>
        </p:blipFill>
        <p:spPr>
          <a:xfrm>
            <a:off x="4347597" y="4409720"/>
            <a:ext cx="1138803" cy="16716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C7734D8-E933-46FB-9768-7343B08C781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3485" b="14077"/>
          <a:stretch/>
        </p:blipFill>
        <p:spPr>
          <a:xfrm>
            <a:off x="4347597" y="1858934"/>
            <a:ext cx="5750722" cy="1795305"/>
          </a:xfrm>
          <a:prstGeom prst="rect">
            <a:avLst/>
          </a:prstGeom>
        </p:spPr>
      </p:pic>
      <p:pic>
        <p:nvPicPr>
          <p:cNvPr id="20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DB503339-6C45-41BB-950D-BFE4AC697F4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168" y="3187509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390A8D47-B883-4C50-A29E-698D43A8FF8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Пузырек для мыслей: облако 21">
            <a:extLst>
              <a:ext uri="{FF2B5EF4-FFF2-40B4-BE49-F238E27FC236}">
                <a16:creationId xmlns:a16="http://schemas.microsoft.com/office/drawing/2014/main" id="{88BCC9BA-6EC3-41DC-B198-CA2AEF356FFC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5" name="Рисунок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F4CBA4-D5DF-4008-B3DF-36C904FD57A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6" name="night">
            <a:extLst>
              <a:ext uri="{FF2B5EF4-FFF2-40B4-BE49-F238E27FC236}">
                <a16:creationId xmlns:a16="http://schemas.microsoft.com/office/drawing/2014/main" id="{18E616A2-6C52-4406-9C28-FD6BD5A062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2162FE2-98AC-4480-B739-4511C7672E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79925143-BA68-41B6-A671-7A2696CFBE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09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9A94B2-27D6-41F4-92C7-F901EA709F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15"/>
          <a:stretch/>
        </p:blipFill>
        <p:spPr>
          <a:xfrm>
            <a:off x="3471862" y="5542771"/>
            <a:ext cx="4029076" cy="134360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мебель, стол, стол консоль&#10;&#10;Автоматически созданное описание">
            <a:extLst>
              <a:ext uri="{FF2B5EF4-FFF2-40B4-BE49-F238E27FC236}">
                <a16:creationId xmlns:a16="http://schemas.microsoft.com/office/drawing/2014/main" id="{100CADDB-ADE1-46F0-A693-29346022EB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6" r="19141"/>
          <a:stretch/>
        </p:blipFill>
        <p:spPr>
          <a:xfrm>
            <a:off x="371476" y="3447338"/>
            <a:ext cx="4029076" cy="3386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993862-8D54-43B8-B0B3-444D4349387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6"/>
          <a:stretch/>
        </p:blipFill>
        <p:spPr>
          <a:xfrm>
            <a:off x="6228785" y="4065753"/>
            <a:ext cx="5248275" cy="279224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1107A26-F502-4A5B-96EB-DD0090CB8B9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0"/>
          <a:stretch/>
        </p:blipFill>
        <p:spPr>
          <a:xfrm>
            <a:off x="4347597" y="4409720"/>
            <a:ext cx="1138803" cy="16716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C7734D8-E933-46FB-9768-7343B08C781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3485" b="14077"/>
          <a:stretch/>
        </p:blipFill>
        <p:spPr>
          <a:xfrm>
            <a:off x="4347597" y="1858934"/>
            <a:ext cx="5750722" cy="1795305"/>
          </a:xfrm>
          <a:prstGeom prst="rect">
            <a:avLst/>
          </a:prstGeom>
        </p:spPr>
      </p:pic>
      <p:pic>
        <p:nvPicPr>
          <p:cNvPr id="20" name="Picture 2" descr="ЗВЕРИТОРИЯ.RU диалоговый тренажер">
            <a:extLst>
              <a:ext uri="{FF2B5EF4-FFF2-40B4-BE49-F238E27FC236}">
                <a16:creationId xmlns:a16="http://schemas.microsoft.com/office/drawing/2014/main" id="{DB503339-6C45-41BB-950D-BFE4AC697F4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49" y="2849814"/>
            <a:ext cx="1702077" cy="170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Aww Cutie Sticker by Masha and The Bear for iOS &amp;amp; Android | GIPHY">
            <a:extLst>
              <a:ext uri="{FF2B5EF4-FFF2-40B4-BE49-F238E27FC236}">
                <a16:creationId xmlns:a16="http://schemas.microsoft.com/office/drawing/2014/main" id="{390A8D47-B883-4C50-A29E-698D43A8FF8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0" y="-198531"/>
            <a:ext cx="3097207" cy="309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Пузырек для мыслей: облако 21">
            <a:extLst>
              <a:ext uri="{FF2B5EF4-FFF2-40B4-BE49-F238E27FC236}">
                <a16:creationId xmlns:a16="http://schemas.microsoft.com/office/drawing/2014/main" id="{88BCC9BA-6EC3-41DC-B198-CA2AEF356FFC}"/>
              </a:ext>
            </a:extLst>
          </p:cNvPr>
          <p:cNvSpPr/>
          <p:nvPr/>
        </p:nvSpPr>
        <p:spPr>
          <a:xfrm rot="3104380">
            <a:off x="1686094" y="530808"/>
            <a:ext cx="3097207" cy="1702077"/>
          </a:xfrm>
          <a:prstGeom prst="cloudCallout">
            <a:avLst>
              <a:gd name="adj1" fmla="val -20377"/>
              <a:gd name="adj2" fmla="val 942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mic Sans MS" panose="030F0702030302020204" pitchFamily="66" charset="0"/>
              </a:rPr>
              <a:t>Where is Masha?</a:t>
            </a:r>
            <a:endParaRPr lang="ru-RU" sz="16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2" name="Рисунок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12A4F2-B623-4637-954D-7D8BF20E22DC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5158" y="6149882"/>
            <a:ext cx="641436" cy="57261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15" name="night">
            <a:extLst>
              <a:ext uri="{FF2B5EF4-FFF2-40B4-BE49-F238E27FC236}">
                <a16:creationId xmlns:a16="http://schemas.microsoft.com/office/drawing/2014/main" id="{AB1DE1C4-1F80-4DF5-9F46-8EAC355CD2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dark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467C3F5-2DBE-4929-8B92-CBC5B8835A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light" descr="Двойной открытый выключатель Мультфильм иллюстрация Ручной обращается  переключатель иллюстрации Красивый выключатель, Нарисованная, Бычий  выключатель, иллюстрация PNG и PSD-файл пнг для бесплатной загрузки">
            <a:extLst>
              <a:ext uri="{FF2B5EF4-FFF2-40B4-BE49-F238E27FC236}">
                <a16:creationId xmlns:a16="http://schemas.microsoft.com/office/drawing/2014/main" id="{071A3ACB-2409-4698-B632-71C7F25D7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0156" y1="38125" x2="31875" y2="50781"/>
                        <a14:foregroundMark x1="31875" y1="50781" x2="41250" y2="43281"/>
                        <a14:foregroundMark x1="41250" y1="43281" x2="47031" y2="48750"/>
                        <a14:foregroundMark x1="47031" y1="48750" x2="57500" y2="40000"/>
                        <a14:foregroundMark x1="57500" y1="40000" x2="54531" y2="45781"/>
                        <a14:foregroundMark x1="36094" y1="35313" x2="33438" y2="36250"/>
                        <a14:foregroundMark x1="59531" y1="36250" x2="61875" y2="36406"/>
                        <a14:foregroundMark x1="52188" y1="33125" x2="61563" y2="35156"/>
                        <a14:foregroundMark x1="61563" y1="35156" x2="67500" y2="47188"/>
                        <a14:foregroundMark x1="67500" y1="47188" x2="58750" y2="56719"/>
                        <a14:foregroundMark x1="58750" y1="56719" x2="70313" y2="5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5078" r="14744" b="10859"/>
          <a:stretch/>
        </p:blipFill>
        <p:spPr bwMode="auto">
          <a:xfrm>
            <a:off x="142174" y="5914649"/>
            <a:ext cx="877437" cy="89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Идеи на тему «Оля Кривко» (10) | ребенок день рождения, рисунки, детские  картинки">
            <a:extLst>
              <a:ext uri="{FF2B5EF4-FFF2-40B4-BE49-F238E27FC236}">
                <a16:creationId xmlns:a16="http://schemas.microsoft.com/office/drawing/2014/main" id="{56AB6D95-C9F3-4D4F-8DC4-2625D85CF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464" y="1283"/>
            <a:ext cx="8562535" cy="685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ell Done Stars Sticker">
            <a:extLst>
              <a:ext uri="{FF2B5EF4-FFF2-40B4-BE49-F238E27FC236}">
                <a16:creationId xmlns:a16="http://schemas.microsoft.com/office/drawing/2014/main" id="{B2536044-75B7-47FB-8723-EFAC8B3C4E5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40425">
            <a:off x="-322499" y="544826"/>
            <a:ext cx="6749736" cy="391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476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Идеи на тему «Оля Кривко» (10) | ребенок день рождения, рисунки, детские  картинки">
            <a:extLst>
              <a:ext uri="{FF2B5EF4-FFF2-40B4-BE49-F238E27FC236}">
                <a16:creationId xmlns:a16="http://schemas.microsoft.com/office/drawing/2014/main" id="{56AB6D95-C9F3-4D4F-8DC4-2625D85CF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464" y="1283"/>
            <a:ext cx="8562535" cy="685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!!ttt" descr="Можливо, це зображення в мультиплікаційному стилі (текст «Join and cook your English lessons with my tasty recipes»)">
            <a:extLst>
              <a:ext uri="{FF2B5EF4-FFF2-40B4-BE49-F238E27FC236}">
                <a16:creationId xmlns:a16="http://schemas.microsoft.com/office/drawing/2014/main" id="{5743B6A8-C150-4F47-9DF0-BDF9E9258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19643" y="4691237"/>
            <a:ext cx="2161470" cy="216548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41F6B7-66F1-4C39-B1B2-020A807B5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635976">
            <a:off x="261434" y="1269214"/>
            <a:ext cx="6742483" cy="294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8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56</Words>
  <Application>Microsoft Office PowerPoint</Application>
  <PresentationFormat>Широкоэкранный</PresentationFormat>
  <Paragraphs>14</Paragraphs>
  <Slides>17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Comic Sans MS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Виктория Соловьёва</dc:creator>
  <cp:lastModifiedBy>Maria</cp:lastModifiedBy>
  <cp:revision>1</cp:revision>
  <dcterms:created xsi:type="dcterms:W3CDTF">2021-11-23T14:43:34Z</dcterms:created>
  <dcterms:modified xsi:type="dcterms:W3CDTF">2024-03-14T19:31:59Z</dcterms:modified>
</cp:coreProperties>
</file>